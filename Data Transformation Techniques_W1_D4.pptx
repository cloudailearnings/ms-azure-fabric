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320C0-9FAE-F0C7-79D9-97D0CECF5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4CE46-4FE7-E6CA-239E-642DF6084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C16E6-80E4-94F0-ABC8-1D52328B0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23F-8B7B-484A-B75F-57D57A26AF5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2CA25-878B-44D7-13A1-1E2A30BE6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3861E-134A-C34C-8740-C37AFE66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8BA8-EA12-442A-B64A-F2CF6E3B8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570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10F7-F2CE-EC36-4725-E4686DE4C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A33D4-13D2-25B7-E692-45C626BE9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CA880-C371-B851-4B8F-C832B01FA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23F-8B7B-484A-B75F-57D57A26AF5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4BC8D-1811-5521-61A4-8D4C31BB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F8EA2-81A1-99D3-ACD0-E7C3E9BA3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8BA8-EA12-442A-B64A-F2CF6E3B8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091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5AD4-5A2C-C993-D1F0-2C193E321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897F7-34F0-55CB-1DB2-B8ECEF057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640BE-72C4-7F6E-1763-3DB1DD5A1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23F-8B7B-484A-B75F-57D57A26AF5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47994-4888-925B-0826-B35851005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41C93-0A2C-5721-1503-C20EF3F5D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8BA8-EA12-442A-B64A-F2CF6E3B8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19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71161-3576-6E48-CDC0-06C83DA90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6D2CA-F114-3B6F-D825-028027193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7BC54-B8C1-5A53-059A-15B38816A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75D9F-CC09-9FC9-5FF6-2ADDF0A93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23F-8B7B-484A-B75F-57D57A26AF5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CFD50-FA0A-CE4B-DC6B-16DA248C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E1634-917E-642D-EDB4-050EB51E0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8BA8-EA12-442A-B64A-F2CF6E3B8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02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4EE1B-7A85-0223-11D0-C5E5E79C8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7FF4B-C412-63CB-6219-168A5A776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47C97-1D04-A7BE-2F06-98163B602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2560E9-9307-E72A-C8C4-2C5ECB4D3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CDC095-AE7A-2301-1FC1-614C64B518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666DF8-5292-3CBF-3EE4-140E79F32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23F-8B7B-484A-B75F-57D57A26AF5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C8B92B-DBEF-3F38-44CD-91EE6DAC2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A9E073-6242-9409-1352-8AC92504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8BA8-EA12-442A-B64A-F2CF6E3B8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51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4D5F-F188-90CF-9F2E-0AAAC7E2F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8D1D3-275F-A924-399D-73A50AA54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23F-8B7B-484A-B75F-57D57A26AF5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A3EF5-6420-BCE6-CF74-017E3806F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9DDED4-106E-1BFE-BB20-4F4067404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8BA8-EA12-442A-B64A-F2CF6E3B8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491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574B47-4CD9-025D-F588-3B6E0EE8F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23F-8B7B-484A-B75F-57D57A26AF5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78182-E331-DE40-B5E5-A415891A8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491D1-41EB-9459-49F7-692638F67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8BA8-EA12-442A-B64A-F2CF6E3B8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793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41CCB-153F-1367-1282-2D08DE85C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6D373-8B93-730E-A59F-0F8311F27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AFE7C-CA72-4BBE-807D-08C30A72C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6A4A4-5F3B-404C-6E4E-DEE9864EE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23F-8B7B-484A-B75F-57D57A26AF5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83333-6DE1-A4A8-285D-77767FF38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5B830-9C20-4510-167E-A0FEEE7FC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8BA8-EA12-442A-B64A-F2CF6E3B8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253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B7917-CC56-8494-AEA2-6C45E6109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AABC6-FB5F-B1B7-59D4-CC4039132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5416B-6901-2448-0B0A-BFC23B9E8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CF45C-818B-40A9-B78F-0D26A3F3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23F-8B7B-484A-B75F-57D57A26AF5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E0C76-F3E4-35BE-F66E-97F22053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FF56B-5B02-217B-DD60-6507011CE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8BA8-EA12-442A-B64A-F2CF6E3B8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46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29F82-C3C8-65FA-1D6E-520EBCEDD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8E8954-861F-FEA3-2876-B74D8AE0C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C374D-DE57-3695-8E27-4C2DB667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23F-8B7B-484A-B75F-57D57A26AF5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FE662-EDD1-D5E3-BAE1-E018477F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7DF43-2920-59D4-FF16-A51358BF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8BA8-EA12-442A-B64A-F2CF6E3B8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462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66B478-E613-3EBD-E56F-D78F670546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12F25-42FA-E0E3-CF4A-E2FA96492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FFCAC-85FB-9F26-F36D-2D706E03C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23F-8B7B-484A-B75F-57D57A26AF5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6FD70-1C21-3439-2E4B-F6B9AC4A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AC21F-4D73-584D-6543-25B4BA538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8BA8-EA12-442A-B64A-F2CF6E3B8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097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EAB394-EBB1-43C2-FEB6-C682C3C31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37E2C-FDA0-387F-B071-A660B061A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ED6D7-3DFB-409A-1C0D-60BBDD844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23F-8B7B-484A-B75F-57D57A26AF5E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1451E-3FC8-9029-A903-B9BCFE5A6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130FC-562C-92C3-170C-CF203DD07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E8BA8-EA12-442A-B64A-F2CF6E3B8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410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51CC-66B0-9BB8-4779-DBA5DCB3E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645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Data Transformation Techniques</a:t>
            </a:r>
            <a:br>
              <a:rPr lang="en-IN" b="1" dirty="0"/>
            </a:br>
            <a:r>
              <a:rPr lang="en-IN" b="1" dirty="0"/>
              <a:t>(Power Query – Dataflows Gen2)</a:t>
            </a:r>
            <a:br>
              <a:rPr lang="en-IN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7301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FB957-A39B-0E12-DC05-47250857D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Transformation:</a:t>
            </a:r>
            <a:endParaRPr lang="en-US" dirty="0"/>
          </a:p>
          <a:p>
            <a:r>
              <a:rPr lang="en-US" dirty="0"/>
              <a:t>Data transformation in Power Query involves shaping, cleaning, and enriching data before loading it into </a:t>
            </a:r>
            <a:r>
              <a:rPr lang="en-US" dirty="0" err="1"/>
              <a:t>OneLake</a:t>
            </a:r>
            <a:r>
              <a:rPr lang="en-US" dirty="0"/>
              <a:t>.</a:t>
            </a:r>
          </a:p>
          <a:p>
            <a:r>
              <a:rPr lang="en-US" b="1" dirty="0"/>
              <a:t>Conditional Column:</a:t>
            </a:r>
            <a:endParaRPr lang="en-US" dirty="0"/>
          </a:p>
          <a:p>
            <a:r>
              <a:rPr lang="en-US" dirty="0"/>
              <a:t>Conditional columns allow rule-based data categorization without writing code.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2020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F1CC6-D996-ECCD-751D-ADDD8CBAB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92282"/>
          </a:xfrm>
        </p:spPr>
        <p:txBody>
          <a:bodyPr>
            <a:normAutofit fontScale="90000"/>
          </a:bodyPr>
          <a:lstStyle/>
          <a:p>
            <a:r>
              <a:rPr lang="en-IN" dirty="0"/>
              <a:t>1️⃣ Basic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98884-3E17-D7DA-9188-DBE957E71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7316"/>
            <a:ext cx="10515600" cy="570778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🔹 Filter</a:t>
            </a:r>
          </a:p>
          <a:p>
            <a:r>
              <a:rPr lang="en-IN" dirty="0"/>
              <a:t>Remove unwanted rows</a:t>
            </a:r>
          </a:p>
          <a:p>
            <a:r>
              <a:rPr lang="en-IN" dirty="0"/>
              <a:t>Example: Sales &gt; 1000</a:t>
            </a:r>
          </a:p>
          <a:p>
            <a:r>
              <a:rPr lang="en-IN" dirty="0"/>
              <a:t>📌 Improves performance (supports query folding)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Sort</a:t>
            </a:r>
          </a:p>
          <a:p>
            <a:r>
              <a:rPr lang="en-IN" dirty="0"/>
              <a:t>Ascending / Descending order</a:t>
            </a:r>
          </a:p>
          <a:p>
            <a:r>
              <a:rPr lang="en-IN" dirty="0"/>
              <a:t>Used for reporting and ranking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Group By</a:t>
            </a:r>
          </a:p>
          <a:p>
            <a:r>
              <a:rPr lang="en-IN" dirty="0"/>
              <a:t>Aggregate data</a:t>
            </a:r>
          </a:p>
          <a:p>
            <a:r>
              <a:rPr lang="en-IN" dirty="0"/>
              <a:t>Sum, Count, </a:t>
            </a:r>
            <a:r>
              <a:rPr lang="en-IN" dirty="0" err="1"/>
              <a:t>Avg</a:t>
            </a:r>
            <a:r>
              <a:rPr lang="en-IN" dirty="0"/>
              <a:t>, Min, Max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Total sales by country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Pivot / Unpivot</a:t>
            </a:r>
          </a:p>
          <a:p>
            <a:r>
              <a:rPr lang="en-IN" dirty="0"/>
              <a:t>Pivot: Rows → Columns</a:t>
            </a:r>
          </a:p>
          <a:p>
            <a:r>
              <a:rPr lang="en-IN" dirty="0"/>
              <a:t>Unpivot: Columns → Rows</a:t>
            </a:r>
          </a:p>
          <a:p>
            <a:r>
              <a:rPr lang="en-IN" dirty="0"/>
              <a:t>📌 Essential for reshaping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203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B64D2-B8D3-13DD-91F3-C5E763654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2️⃣ Column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1EB36-A875-140C-96C3-A0EFF44BC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45" y="1046307"/>
            <a:ext cx="10515600" cy="566622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🔹 Split Column</a:t>
            </a:r>
          </a:p>
          <a:p>
            <a:r>
              <a:rPr lang="en-IN" dirty="0"/>
              <a:t>By delimiter (comma, space)</a:t>
            </a:r>
          </a:p>
          <a:p>
            <a:r>
              <a:rPr lang="en-IN" dirty="0"/>
              <a:t>By position</a:t>
            </a:r>
          </a:p>
          <a:p>
            <a:r>
              <a:rPr lang="en-IN" dirty="0"/>
              <a:t>Example:</a:t>
            </a:r>
          </a:p>
          <a:p>
            <a:r>
              <a:rPr lang="en-IN" dirty="0" err="1"/>
              <a:t>FullName</a:t>
            </a:r>
            <a:r>
              <a:rPr lang="en-IN" dirty="0"/>
              <a:t> → FirstName | LastName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🔹 Merge Columns</a:t>
            </a:r>
          </a:p>
          <a:p>
            <a:r>
              <a:rPr lang="en-IN" dirty="0"/>
              <a:t>Combine multiple columns</a:t>
            </a:r>
          </a:p>
          <a:p>
            <a:r>
              <a:rPr lang="en-IN" dirty="0"/>
              <a:t>Add separators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🔹 Replace Values</a:t>
            </a:r>
          </a:p>
          <a:p>
            <a:r>
              <a:rPr lang="en-IN" dirty="0"/>
              <a:t>Replace nulls</a:t>
            </a:r>
          </a:p>
          <a:p>
            <a:r>
              <a:rPr lang="en-IN" dirty="0"/>
              <a:t>Fix incorrect values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🔹 Extract</a:t>
            </a:r>
          </a:p>
          <a:p>
            <a:r>
              <a:rPr lang="en-IN" dirty="0"/>
              <a:t>Extract first N characters</a:t>
            </a:r>
          </a:p>
          <a:p>
            <a:r>
              <a:rPr lang="en-IN" dirty="0"/>
              <a:t>Extract text before/after delimiter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190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E67B7-705F-6F53-A783-BBE06401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3️⃣ Data Type Conversions &amp;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6EFF8-70E8-6A41-E038-C0A6443EE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746" y="1389206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Correct data types are </a:t>
            </a:r>
            <a:r>
              <a:rPr lang="en-US" b="1" dirty="0"/>
              <a:t>critical</a:t>
            </a:r>
            <a:r>
              <a:rPr lang="en-US" dirty="0"/>
              <a:t>.</a:t>
            </a:r>
          </a:p>
          <a:p>
            <a:r>
              <a:rPr lang="en-US" b="1" dirty="0"/>
              <a:t>🔹 Common Data Types</a:t>
            </a:r>
          </a:p>
          <a:p>
            <a:r>
              <a:rPr lang="en-US" dirty="0"/>
              <a:t>Text</a:t>
            </a:r>
          </a:p>
          <a:p>
            <a:r>
              <a:rPr lang="en-US" dirty="0"/>
              <a:t>Whole Number</a:t>
            </a:r>
          </a:p>
          <a:p>
            <a:r>
              <a:rPr lang="en-US" dirty="0"/>
              <a:t>Decimal</a:t>
            </a:r>
          </a:p>
          <a:p>
            <a:r>
              <a:rPr lang="en-US" dirty="0"/>
              <a:t>Date</a:t>
            </a:r>
          </a:p>
          <a:p>
            <a:r>
              <a:rPr lang="en-US" dirty="0" err="1"/>
              <a:t>DateTime</a:t>
            </a:r>
            <a:endParaRPr lang="en-US" dirty="0"/>
          </a:p>
          <a:p>
            <a:r>
              <a:rPr lang="en-US" dirty="0"/>
              <a:t>Boolean</a:t>
            </a:r>
          </a:p>
          <a:p>
            <a:r>
              <a:rPr lang="en-US" dirty="0"/>
              <a:t>📌 Wrong data types = poor performance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950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9832-7E2E-3CAB-AFFB-08C0802E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DA75D-3758-93EB-DA06-305A1FEED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🔹 Formatting Examples</a:t>
            </a:r>
          </a:p>
          <a:p>
            <a:r>
              <a:rPr lang="en-US" dirty="0"/>
              <a:t>Convert text → date</a:t>
            </a:r>
          </a:p>
          <a:p>
            <a:r>
              <a:rPr lang="en-US" dirty="0"/>
              <a:t>Round decimals</a:t>
            </a:r>
          </a:p>
          <a:p>
            <a:r>
              <a:rPr lang="en-US" dirty="0"/>
              <a:t>Currency formatting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3598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E1241-0729-03CB-5481-B1581CB43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4️⃣ Conditional Columns &amp; Custom Calculations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3E943-EE2C-7918-688C-1DB14F657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28" y="1150215"/>
            <a:ext cx="10515600" cy="56038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🔹 Conditional Column</a:t>
            </a:r>
          </a:p>
          <a:p>
            <a:r>
              <a:rPr lang="en-US" dirty="0"/>
              <a:t>Create logic-based columns without code.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If Sales &gt; 10000 → High</a:t>
            </a:r>
          </a:p>
          <a:p>
            <a:r>
              <a:rPr lang="en-US" dirty="0"/>
              <a:t>Else → Low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🔹 Custom Column (M Expression)</a:t>
            </a:r>
          </a:p>
          <a:p>
            <a:r>
              <a:rPr lang="en-US" dirty="0"/>
              <a:t>Create advanced calculations.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[Sales] * 0.18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📌 Used for business rules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886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805A0-E079-E2C2-33B8-1AC3C92B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64" y="18255"/>
            <a:ext cx="10515600" cy="761063"/>
          </a:xfrm>
        </p:spPr>
        <p:txBody>
          <a:bodyPr/>
          <a:lstStyle/>
          <a:p>
            <a:r>
              <a:rPr lang="en-IN" dirty="0"/>
              <a:t>5️⃣ Date &amp; Time Manipulations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25048-02C4-00FB-D76B-36AA73875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9959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🔹 Date Functions</a:t>
            </a:r>
          </a:p>
          <a:p>
            <a:r>
              <a:rPr lang="en-US" dirty="0"/>
              <a:t>Year, Month, Day</a:t>
            </a:r>
          </a:p>
          <a:p>
            <a:r>
              <a:rPr lang="en-US" dirty="0"/>
              <a:t>Start / End of month</a:t>
            </a:r>
          </a:p>
          <a:p>
            <a:r>
              <a:rPr lang="en-US" dirty="0"/>
              <a:t>Date difference</a:t>
            </a:r>
          </a:p>
          <a:p>
            <a:r>
              <a:rPr lang="en-US" dirty="0"/>
              <a:t>Example:</a:t>
            </a:r>
          </a:p>
          <a:p>
            <a:r>
              <a:rPr lang="en-US" dirty="0" err="1"/>
              <a:t>OrderDate</a:t>
            </a:r>
            <a:r>
              <a:rPr lang="en-US" dirty="0"/>
              <a:t> → Year, Month</a:t>
            </a:r>
          </a:p>
          <a:p>
            <a:endParaRPr lang="en-US" dirty="0"/>
          </a:p>
          <a:p>
            <a:r>
              <a:rPr lang="en-US" b="1" dirty="0"/>
              <a:t>🔹 Time Intelligence</a:t>
            </a:r>
          </a:p>
          <a:p>
            <a:r>
              <a:rPr lang="en-US" dirty="0"/>
              <a:t>Duration</a:t>
            </a:r>
          </a:p>
          <a:p>
            <a:r>
              <a:rPr lang="en-US" dirty="0"/>
              <a:t>Age calculation</a:t>
            </a:r>
          </a:p>
          <a:p>
            <a:r>
              <a:rPr lang="en-US" dirty="0"/>
              <a:t>SLA tracking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786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BDD50-C4C1-3185-ADE7-1B5588E0F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64" y="18255"/>
            <a:ext cx="10515600" cy="1325563"/>
          </a:xfrm>
        </p:spPr>
        <p:txBody>
          <a:bodyPr/>
          <a:lstStyle/>
          <a:p>
            <a:r>
              <a:rPr lang="en-IN" dirty="0"/>
              <a:t>6️⃣ Text Processing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5CB09-E3F5-A910-887F-3889E08AE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27" y="1648980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🔹 Common Text Functions</a:t>
            </a:r>
          </a:p>
          <a:p>
            <a:r>
              <a:rPr lang="en-US" dirty="0"/>
              <a:t>Upper / Lower</a:t>
            </a:r>
          </a:p>
          <a:p>
            <a:r>
              <a:rPr lang="en-US" dirty="0"/>
              <a:t>Trim / Clean</a:t>
            </a:r>
          </a:p>
          <a:p>
            <a:r>
              <a:rPr lang="en-US" dirty="0"/>
              <a:t>Length</a:t>
            </a:r>
          </a:p>
          <a:p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🔹 Advanced Text</a:t>
            </a:r>
          </a:p>
          <a:p>
            <a:r>
              <a:rPr lang="en-US" dirty="0"/>
              <a:t>Contains</a:t>
            </a:r>
          </a:p>
          <a:p>
            <a:r>
              <a:rPr lang="en-US" dirty="0" err="1"/>
              <a:t>StartsWith</a:t>
            </a:r>
            <a:r>
              <a:rPr lang="en-US" dirty="0"/>
              <a:t> / </a:t>
            </a:r>
            <a:r>
              <a:rPr lang="en-US" dirty="0" err="1"/>
              <a:t>EndsWith</a:t>
            </a:r>
            <a:endParaRPr lang="en-US" dirty="0"/>
          </a:p>
          <a:p>
            <a:r>
              <a:rPr lang="en-US" dirty="0"/>
              <a:t>Replace patterns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Trim(Upper(</a:t>
            </a:r>
            <a:r>
              <a:rPr lang="en-US" dirty="0" err="1"/>
              <a:t>CustomerName</a:t>
            </a:r>
            <a:r>
              <a:rPr lang="en-US" dirty="0"/>
              <a:t>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348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</Words>
  <Application>Microsoft Office PowerPoint</Application>
  <PresentationFormat>Widescreen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Data Transformation Techniques (Power Query – Dataflows Gen2) </vt:lpstr>
      <vt:lpstr>PowerPoint Presentation</vt:lpstr>
      <vt:lpstr>1️⃣ Basic Transformations</vt:lpstr>
      <vt:lpstr>2️⃣ Column Operations</vt:lpstr>
      <vt:lpstr>3️⃣ Data Type Conversions &amp; Formatting</vt:lpstr>
      <vt:lpstr>PowerPoint Presentation</vt:lpstr>
      <vt:lpstr>4️⃣ Conditional Columns &amp; Custom Calculations </vt:lpstr>
      <vt:lpstr>5️⃣ Date &amp; Time Manipulations</vt:lpstr>
      <vt:lpstr>6️⃣ Text Processing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D</dc:creator>
  <cp:lastModifiedBy>Rajesh D</cp:lastModifiedBy>
  <cp:revision>1</cp:revision>
  <dcterms:created xsi:type="dcterms:W3CDTF">2026-01-07T08:08:22Z</dcterms:created>
  <dcterms:modified xsi:type="dcterms:W3CDTF">2026-01-07T08:08:22Z</dcterms:modified>
</cp:coreProperties>
</file>