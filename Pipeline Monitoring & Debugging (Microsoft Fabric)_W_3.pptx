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026A-84E6-981D-7262-A5F58FEFE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C2BA8-C5D4-092B-5FA4-8FA01365F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2C94D-155F-0393-E83D-A288613C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8637F-B04A-EF69-5E64-2101256F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60E0-B351-1BE4-E38D-1957E26B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44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5A3C-ABF6-38AB-ABFA-06724CCD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91B6-E525-CAC2-B1CA-E5A25F3B0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66CBD-23E7-A508-088C-65F856C9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2F12F-3C16-0234-EC9C-AF1183FB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CD936-E894-AD39-18E9-0DBF3014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7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6548-839E-A83F-4EAD-386416EF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9A8FF-5A04-F929-3DD4-5029F0235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9CF48-78D8-5AFB-0238-224E3599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B226B-004E-35D2-3A9B-EE5628AE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675DF-4E05-8E7D-6B3E-AB0A4358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5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DD4F-76D8-6791-CFE3-18A1BFE19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B670-7902-E488-33D7-ECE63D334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7C3A-0090-970F-637B-25416D7B3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B03F5-D75E-895F-1B1F-F3A747F3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0164F-D06E-B16D-5E3B-197220F3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FBF64-B52B-5277-D15A-AC3D4546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0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6D4A-F46F-B8A4-1D7F-3119534CE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64642-CA35-25A1-FF01-3223C998B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DF184-DA3C-1B4A-2868-C1322EA8B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D89F2-3E8D-11AE-A7F0-837D338F8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46F7E-105C-AF43-389C-201A62A61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D43B8-CD4B-3895-451F-35CC80F9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6B89F-2AF7-9354-7888-38E22C10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78EF4-C66D-2834-24F9-BE1D836E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8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00E6-830C-DB74-6E4F-A5790B29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398F8-9F29-9C0F-9AE7-DF3D72DA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B0DC5-CA43-A045-3339-52E50232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31C47-F56E-6820-9D13-98A07135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44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B78B9-7407-4043-66E3-EFB89CEF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44300-58D3-94C9-AC91-42AB1054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F0B14-AAAA-C3FB-DE15-26FDD46A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2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A1FD-4F2F-5021-B6F4-52087D35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9CBE-FD9B-268C-88D1-E6DF489D8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F8222-04A2-780F-A83D-C389E4316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5C7A9-C8EC-D078-E8D7-62FC3CD0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FB3AC-5ECD-DC89-CC12-27FB4464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1C204-8528-6B9E-F895-DF2857F3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64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3566-9B95-95DF-8FE6-2A14D286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BF787-1DBC-2961-6D11-A13BDBAC3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64C24-C22B-77B4-0A81-B58590AC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53663-0CFE-182E-2023-FEBF8503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F64C0-E3E7-DB74-20F0-AB0FB8CF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07E04-61A9-9929-936A-D6CFB8E4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895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5DCE-C551-2FAF-2ACF-CD901E18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982E9-7156-52E0-94AC-7785839CF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C1E5-1B73-676C-D7C7-61C326A5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B73D-C536-8E2D-058E-C8A9EC2B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8657-93AE-28B7-EE7B-D757E79F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06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0223A-7E19-5B9D-EDC4-BF132101B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0A3D5-F3FF-32E6-7EA5-1BF1BA155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6EE77-2A6C-FEF1-673D-77619907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A80E0-DF3F-383B-2B83-09A70624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CF508-5546-1407-33E2-7FCAFB65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9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4761D-F95D-71D2-C6B3-A0BEF23A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3CF02-84D1-262E-BAE6-9516736F5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D1CB5-1F67-2CB3-8A7A-8017B3FC8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42DD5-EFEE-4073-AC01-81D5A4764759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A900B-668E-606B-C87B-5613227F6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AEF16-150B-D690-96A1-259897CAC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5B567-375E-4E93-ADF3-0A241E18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9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DC0C-63A7-CFB8-8AEE-2436F4E24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n-NO" dirty="0"/>
              <a:t>Pipeline Monitoring &amp; Debugging (Microsoft Fabric)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B19F4-48B9-2ED1-1C2D-CABFA383D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0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65EE-FE1C-DFA8-5748-3CBB404F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1. Pipeline Monitoring Dashboard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A8D8-4276-F554-25FC-3AE1FDCEA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9" y="1119043"/>
            <a:ext cx="10515600" cy="4351338"/>
          </a:xfrm>
        </p:spPr>
        <p:txBody>
          <a:bodyPr/>
          <a:lstStyle/>
          <a:p>
            <a:r>
              <a:rPr lang="en-US" dirty="0"/>
              <a:t>Central place to track </a:t>
            </a:r>
            <a:r>
              <a:rPr lang="en-US" b="1" dirty="0"/>
              <a:t>all pipeline runs</a:t>
            </a:r>
            <a:endParaRPr lang="en-US" dirty="0"/>
          </a:p>
          <a:p>
            <a:r>
              <a:rPr lang="en-US" dirty="0"/>
              <a:t>Shows:</a:t>
            </a:r>
          </a:p>
          <a:p>
            <a:pPr lvl="1"/>
            <a:r>
              <a:rPr lang="en-US" dirty="0"/>
              <a:t>Run status (Success / Failed / In Progress)</a:t>
            </a:r>
          </a:p>
          <a:p>
            <a:pPr lvl="1"/>
            <a:r>
              <a:rPr lang="en-US" dirty="0"/>
              <a:t>Start &amp; end time</a:t>
            </a:r>
          </a:p>
          <a:p>
            <a:pPr lvl="1"/>
            <a:r>
              <a:rPr lang="en-US" dirty="0"/>
              <a:t>Duration</a:t>
            </a:r>
          </a:p>
          <a:p>
            <a:r>
              <a:rPr lang="en-US" dirty="0"/>
              <a:t>Helps identify </a:t>
            </a:r>
            <a:r>
              <a:rPr lang="en-US" b="1" dirty="0"/>
              <a:t>failed or long-running pipelines quickly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“The monitoring dashboard is the control room for data pipelines.”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35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B234-4F22-8ED2-1000-E21E8FC7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2. Activity-Level Monitoring &amp; Logs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5071A-9B1E-6CCC-0154-A6A2D32A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Drill down into </a:t>
            </a:r>
            <a:r>
              <a:rPr lang="en-US" b="1" dirty="0"/>
              <a:t>each activity</a:t>
            </a:r>
            <a:r>
              <a:rPr lang="en-US" dirty="0"/>
              <a:t> inside a pipeline</a:t>
            </a:r>
          </a:p>
          <a:p>
            <a:r>
              <a:rPr lang="en-US" dirty="0"/>
              <a:t>View:</a:t>
            </a:r>
          </a:p>
          <a:p>
            <a:pPr lvl="1"/>
            <a:r>
              <a:rPr lang="en-US" dirty="0"/>
              <a:t>Rows read / written</a:t>
            </a:r>
          </a:p>
          <a:p>
            <a:pPr lvl="1"/>
            <a:r>
              <a:rPr lang="en-US" dirty="0"/>
              <a:t>Throughput</a:t>
            </a:r>
          </a:p>
          <a:p>
            <a:pPr lvl="1"/>
            <a:r>
              <a:rPr lang="en-US" dirty="0"/>
              <a:t>Errors &amp; warnings</a:t>
            </a:r>
          </a:p>
          <a:p>
            <a:pPr lvl="1"/>
            <a:r>
              <a:rPr lang="en-US" dirty="0"/>
              <a:t>Execution duration</a:t>
            </a:r>
          </a:p>
          <a:p>
            <a:r>
              <a:rPr lang="en-US" dirty="0"/>
              <a:t>Logs help identify </a:t>
            </a:r>
            <a:r>
              <a:rPr lang="en-US" b="1" dirty="0"/>
              <a:t>exact failure point</a:t>
            </a:r>
            <a:endParaRPr lang="en-US" dirty="0"/>
          </a:p>
          <a:p>
            <a:r>
              <a:rPr lang="en-US" dirty="0"/>
              <a:t>🧠 </a:t>
            </a:r>
            <a:r>
              <a:rPr lang="en-US" i="1" dirty="0"/>
              <a:t>Real-world example:</a:t>
            </a:r>
            <a:br>
              <a:rPr lang="en-US" dirty="0"/>
            </a:br>
            <a:r>
              <a:rPr lang="en-US" dirty="0"/>
              <a:t>Copy activity succeeds but reads 0 rows → source path issue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61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50F2-DC2F-8219-E144-3FFC300B9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/>
              <a:t>3. Debug Mode &amp; Breakpoints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03A3-9E73-0524-3171-1A94CC6B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Debug mode</a:t>
            </a:r>
            <a:r>
              <a:rPr lang="en-IN" dirty="0"/>
              <a:t> runs pipeline without full deployment</a:t>
            </a:r>
          </a:p>
          <a:p>
            <a:r>
              <a:rPr lang="en-IN" dirty="0"/>
              <a:t>Allows testing:</a:t>
            </a:r>
          </a:p>
          <a:p>
            <a:pPr lvl="1"/>
            <a:r>
              <a:rPr lang="en-IN" dirty="0"/>
              <a:t>Expressions</a:t>
            </a:r>
          </a:p>
          <a:p>
            <a:pPr lvl="1"/>
            <a:r>
              <a:rPr lang="en-IN" dirty="0"/>
              <a:t>Parameters</a:t>
            </a:r>
          </a:p>
          <a:p>
            <a:pPr lvl="1"/>
            <a:r>
              <a:rPr lang="en-IN" dirty="0"/>
              <a:t>Control flow logic</a:t>
            </a:r>
          </a:p>
          <a:p>
            <a:r>
              <a:rPr lang="en-IN" b="1" dirty="0"/>
              <a:t>Breakpoints</a:t>
            </a:r>
            <a:r>
              <a:rPr lang="en-IN" dirty="0"/>
              <a:t> pause execution for inspection</a:t>
            </a:r>
          </a:p>
          <a:p>
            <a:r>
              <a:rPr lang="en-IN" dirty="0"/>
              <a:t>🧠 </a:t>
            </a:r>
            <a:r>
              <a:rPr lang="en-IN" i="1" dirty="0"/>
              <a:t>Interview-ready line:</a:t>
            </a:r>
            <a:endParaRPr lang="en-IN" dirty="0"/>
          </a:p>
          <a:p>
            <a:r>
              <a:rPr lang="en-IN" dirty="0"/>
              <a:t>“Debug mode helps validate pipeline logic before production runs.”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68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5A45-4C07-9C27-FBC9-CCEAE41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/>
              <a:t>4. Performance Metrics &amp; Optimization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9B97-56E3-6925-EC4E-DD920B897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Key metrics:</a:t>
            </a:r>
          </a:p>
          <a:p>
            <a:r>
              <a:rPr lang="en-IN" dirty="0"/>
              <a:t>Throughput (MB/s)</a:t>
            </a:r>
          </a:p>
          <a:p>
            <a:r>
              <a:rPr lang="en-IN" dirty="0"/>
              <a:t>Execution time</a:t>
            </a:r>
          </a:p>
          <a:p>
            <a:r>
              <a:rPr lang="en-IN" dirty="0"/>
              <a:t>Parallelism</a:t>
            </a:r>
          </a:p>
          <a:p>
            <a:r>
              <a:rPr lang="en-IN" dirty="0"/>
              <a:t>Optimization techniques:</a:t>
            </a:r>
          </a:p>
          <a:p>
            <a:r>
              <a:rPr lang="en-IN" dirty="0"/>
              <a:t>Partitioning large tables</a:t>
            </a:r>
          </a:p>
          <a:p>
            <a:r>
              <a:rPr lang="en-IN" dirty="0"/>
              <a:t>Increasing parallel copy</a:t>
            </a:r>
          </a:p>
          <a:p>
            <a:r>
              <a:rPr lang="en-IN" dirty="0"/>
              <a:t>Using staging</a:t>
            </a:r>
          </a:p>
          <a:p>
            <a:r>
              <a:rPr lang="en-IN" dirty="0"/>
              <a:t>Avoiding SELECT *</a:t>
            </a:r>
          </a:p>
          <a:p>
            <a:r>
              <a:rPr lang="en-IN" dirty="0"/>
              <a:t>🧠 </a:t>
            </a:r>
            <a:r>
              <a:rPr lang="en-IN" i="1" dirty="0"/>
              <a:t>Production tip:</a:t>
            </a:r>
            <a:endParaRPr lang="en-IN" dirty="0"/>
          </a:p>
          <a:p>
            <a:r>
              <a:rPr lang="en-IN" dirty="0"/>
              <a:t>Monitor duration trends to detect performance degradation.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2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CEA4-4155-94E7-D5A2-7EC7C080F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5. Alert Configuration &amp; Notifications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B4187-9A52-0C90-2714-656A67A8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alerts for:</a:t>
            </a:r>
          </a:p>
          <a:p>
            <a:pPr lvl="1"/>
            <a:r>
              <a:rPr lang="en-US" dirty="0"/>
              <a:t>Pipeline failures</a:t>
            </a:r>
          </a:p>
          <a:p>
            <a:pPr lvl="1"/>
            <a:r>
              <a:rPr lang="en-US" dirty="0"/>
              <a:t>Long-running jobs</a:t>
            </a:r>
          </a:p>
          <a:p>
            <a:r>
              <a:rPr lang="en-US" dirty="0"/>
              <a:t>Integrates with: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Azure Monitor (depending on setup)</a:t>
            </a:r>
          </a:p>
          <a:p>
            <a:r>
              <a:rPr lang="en-US" dirty="0"/>
              <a:t>🧠 </a:t>
            </a:r>
            <a:r>
              <a:rPr lang="en-US" i="1" dirty="0"/>
              <a:t>Operational benefit:</a:t>
            </a:r>
            <a:endParaRPr lang="en-US" dirty="0"/>
          </a:p>
          <a:p>
            <a:r>
              <a:rPr lang="en-US" dirty="0"/>
              <a:t>Teams are notified immediately when data movement fails.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49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C14C-3ADC-1CDF-D505-E19F517A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6. Troubleshooting Common Pipeline Issues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3BDD3C-4C0E-E1CE-4525-CDB22C2178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327249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55568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Root 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20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Pipeline success but 0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Wrong path or 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41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Gateway = 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Gateway not registered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306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copy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partitioning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450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Credential mismatch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7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 mismatch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Schema drift disabled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139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00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Pipeline Monitoring &amp; Debugging (Microsoft Fabric)</vt:lpstr>
      <vt:lpstr>1. Pipeline Monitoring Dashboard </vt:lpstr>
      <vt:lpstr>2. Activity-Level Monitoring &amp; Logs </vt:lpstr>
      <vt:lpstr>3. Debug Mode &amp; Breakpoints </vt:lpstr>
      <vt:lpstr>4. Performance Metrics &amp; Optimization </vt:lpstr>
      <vt:lpstr>5. Alert Configuration &amp; Notifications </vt:lpstr>
      <vt:lpstr>6. Troubleshooting Common Pipeline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</cp:revision>
  <dcterms:created xsi:type="dcterms:W3CDTF">2026-01-06T21:28:53Z</dcterms:created>
  <dcterms:modified xsi:type="dcterms:W3CDTF">2026-01-06T21:28:53Z</dcterms:modified>
</cp:coreProperties>
</file>